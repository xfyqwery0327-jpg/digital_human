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19"/>
  </p:notesMasterIdLst>
  <p:handoutMasterIdLst>
    <p:handoutMasterId r:id="rId20"/>
  </p:handoutMasterIdLst>
  <p:sldIdLst>
    <p:sldId id="258" r:id="rId4"/>
    <p:sldId id="14999459" r:id="rId5"/>
    <p:sldId id="14999477" r:id="rId6"/>
    <p:sldId id="14999472" r:id="rId7"/>
    <p:sldId id="14999481" r:id="rId8"/>
    <p:sldId id="14999482" r:id="rId9"/>
    <p:sldId id="14999479" r:id="rId10"/>
    <p:sldId id="14999480" r:id="rId11"/>
    <p:sldId id="14999483" r:id="rId12"/>
    <p:sldId id="14999484" r:id="rId13"/>
    <p:sldId id="14999485" r:id="rId14"/>
    <p:sldId id="14999486" r:id="rId15"/>
    <p:sldId id="14999487" r:id="rId16"/>
    <p:sldId id="14999488" r:id="rId17"/>
    <p:sldId id="14999489" r:id="rId18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5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E4B7"/>
    <a:srgbClr val="FFFFFF"/>
    <a:srgbClr val="9E3611"/>
    <a:srgbClr val="FADE7F"/>
    <a:srgbClr val="F9FBFA"/>
    <a:srgbClr val="F6C459"/>
    <a:srgbClr val="F6E084"/>
    <a:srgbClr val="FEFFFB"/>
    <a:srgbClr val="FDE11C"/>
    <a:srgbClr val="AB2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880"/>
    <p:restoredTop sz="96405"/>
  </p:normalViewPr>
  <p:slideViewPr>
    <p:cSldViewPr snapToGrid="0" showGuides="1">
      <p:cViewPr varScale="1">
        <p:scale>
          <a:sx n="72" d="100"/>
          <a:sy n="72" d="100"/>
        </p:scale>
        <p:origin x="53" y="704"/>
      </p:cViewPr>
      <p:guideLst>
        <p:guide orient="horz" pos="1802"/>
        <p:guide pos="3840"/>
        <p:guide orient="horz" pos="5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93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15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cs typeface="仿宋" panose="02010609060101010101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仿宋" panose="02010609060101010101" pitchFamily="49" charset="-122"/>
              </a:rPr>
            </a:fld>
            <a:endParaRPr lang="zh-CN" altLang="en-US">
              <a:cs typeface="仿宋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cs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仿宋" panose="02010609060101010101" pitchFamily="49" charset="-122"/>
              </a:rPr>
            </a:fld>
            <a:endParaRPr lang="zh-CN" altLang="en-US">
              <a:cs typeface="仿宋" panose="02010609060101010101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仿宋" panose="02010609060101010101" pitchFamily="49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仿宋" panose="02010609060101010101" pitchFamily="49" charset="-122"/>
              </a:defRPr>
            </a:lvl1pPr>
          </a:lstStyle>
          <a:p>
            <a:fld id="{B72E9B94-34CD-8B43-BEA9-2C9F0DFFCEA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仿宋" panose="02010609060101010101" pitchFamily="49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仿宋" panose="02010609060101010101" pitchFamily="49" charset="-122"/>
              </a:defRPr>
            </a:lvl1pPr>
          </a:lstStyle>
          <a:p>
            <a:fld id="{F5CE2C9B-32FA-7141-A18B-67555E302B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仿宋" panose="02010609060101010101" pitchFamily="49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仿宋" panose="02010609060101010101" pitchFamily="49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仿宋" panose="02010609060101010101" pitchFamily="49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仿宋" panose="02010609060101010101" pitchFamily="49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仿宋" panose="02010609060101010101" pitchFamily="49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5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5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仿宋" panose="02010609060101010101" pitchFamily="49" charset="-122"/>
                <a:cs typeface="仿宋" panose="02010609060101010101" pitchFamily="49" charset="-122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仿宋" panose="02010609060101010101" pitchFamily="49" charset="-122"/>
                <a:cs typeface="仿宋" panose="02010609060101010101" pitchFamily="49" charset="-122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仿宋" panose="02010609060101010101" pitchFamily="49" charset="-122"/>
                <a:cs typeface="仿宋" panose="02010609060101010101" pitchFamily="49" charset="-122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仿宋" panose="02010609060101010101" pitchFamily="49" charset="-122"/>
                <a:cs typeface="仿宋" panose="02010609060101010101" pitchFamily="49" charset="-122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仿宋" panose="02010609060101010101" pitchFamily="49" charset="-122"/>
                <a:cs typeface="仿宋" panose="02010609060101010101" pitchFamily="49" charset="-122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仿宋" panose="02010609060101010101" pitchFamily="49" charset="-122"/>
                <a:cs typeface="仿宋" panose="02010609060101010101" pitchFamily="49" charset="-122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仿宋" panose="02010609060101010101" pitchFamily="49" charset="-122"/>
                <a:cs typeface="仿宋" panose="02010609060101010101" pitchFamily="49" charset="-122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仿宋" panose="02010609060101010101" pitchFamily="49" charset="-122"/>
                <a:cs typeface="仿宋" panose="02010609060101010101" pitchFamily="49" charset="-122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606481-FBD9-6041-A4DF-B87739F679A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37C1D-9D85-9243-AA44-BD1D239E3B3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B4524B-EDE3-9845-9AE3-77ECAFFF782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77968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9632" y="1981200"/>
            <a:ext cx="5077968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E3BAB2-D680-444F-B493-15C185FA08E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8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9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8A690-990D-8145-9556-C35FE560108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4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9E87C-01E4-974A-89D8-27026C6D7D8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3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4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423E7-D005-0641-88D1-B37357A4FD0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D913A7-BB60-0A4B-A83E-380553DAB38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15ED06-61D6-FE4D-9BE3-0ABAAB3E0E9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C0F33-DA86-E643-A44F-0957E9F73EB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1" y="609600"/>
            <a:ext cx="7622209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9760D3-F2B6-EE4C-9634-D283C423C15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ACE2-0737-40E8-AD57-5C36699C004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D35FF-7DE0-4BF9-91BE-CD75E876BA6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E829E-2066-4D06-A6C3-AFCD23A4ACF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77968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9632" y="1981200"/>
            <a:ext cx="5077968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3F89C-9AB7-4F26-8D7D-F209854E478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8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9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407C6-BEDC-4895-AA1C-15B8138C0C2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4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D7C9F1-66E9-4A32-B0AE-3A7C4C5482D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3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4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9AF54A-8B38-4383-8EAB-4439D8A7816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705765-E3D1-4399-8056-42C5F2395CB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F581E4-4F41-4C3B-864F-CE36577BBB4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A89A4B-C192-401E-B6D2-192DDB0DD08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1" y="609600"/>
            <a:ext cx="7622209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B6FFE9-A1A2-492B-84CC-EBA02165581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microsoft.com/office/2007/relationships/hdphoto" Target="../media/image4.wdp"/><Relationship Id="rId13" Type="http://schemas.openxmlformats.org/officeDocument/2006/relationships/image" Target="../media/image5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3" Type="http://schemas.openxmlformats.org/officeDocument/2006/relationships/theme" Target="../theme/theme2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  <a:ea typeface="仿宋" panose="02010609060101010101" pitchFamily="49" charset="-122"/>
                <a:cs typeface="仿宋" panose="02010609060101010101" pitchFamily="49" charset="-122"/>
              </a:defRPr>
            </a:lvl1pPr>
          </a:lstStyle>
          <a:p>
            <a:fld id="{8664C608-40B1-4030-A28D-5B74BC98ADC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  <a:ea typeface="仿宋" panose="02010609060101010101" pitchFamily="49" charset="-122"/>
                <a:cs typeface="仿宋" panose="02010609060101010101" pitchFamily="49" charset="-122"/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仿宋" panose="02010609060101010101" pitchFamily="49" charset="-122"/>
                <a:cs typeface="仿宋" panose="02010609060101010101" pitchFamily="49" charset="-122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仿宋" panose="02010609060101010101" pitchFamily="49" charset="-122"/>
                <a:cs typeface="仿宋" panose="02010609060101010101" pitchFamily="49" charset="-122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  <a:ea typeface="仿宋" panose="02010609060101010101" pitchFamily="49" charset="-122"/>
                <a:cs typeface="仿宋" panose="02010609060101010101" pitchFamily="49" charset="-122"/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仿宋" panose="02010609060101010101" pitchFamily="49" charset="-122"/>
          <a:cs typeface="仿宋" panose="02010609060101010101" pitchFamily="49" charset="-122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仿宋" panose="02010609060101010101" pitchFamily="49" charset="-122"/>
          <a:cs typeface="仿宋" panose="02010609060101010101" pitchFamily="49" charset="-122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仿宋" panose="02010609060101010101" pitchFamily="49" charset="-122"/>
          <a:cs typeface="仿宋" panose="02010609060101010101" pitchFamily="49" charset="-122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仿宋" panose="02010609060101010101" pitchFamily="49" charset="-122"/>
          <a:cs typeface="仿宋" panose="02010609060101010101" pitchFamily="49" charset="-122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仿宋" panose="02010609060101010101" pitchFamily="49" charset="-122"/>
          <a:cs typeface="仿宋" panose="02010609060101010101" pitchFamily="49" charset="-122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仿宋" panose="02010609060101010101" pitchFamily="49" charset="-122"/>
          <a:cs typeface="仿宋" panose="02010609060101010101" pitchFamily="49" charset="-122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5604" name="Rectangle 4"/>
          <p:cNvSpPr>
            <a:spLocks noGrp="1"/>
          </p:cNvSpPr>
          <p:nvPr>
            <p:ph type="dt" sz="half" idx="2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l">
              <a:defRPr sz="1400" noProof="1">
                <a:latin typeface="Times New Roman" panose="02020603050405020304" pitchFamily="2" charset="0"/>
              </a:defRPr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25605" name="Rectangle 5"/>
          <p:cNvSpPr>
            <a:spLocks noGrp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noProof="1">
                <a:latin typeface="Times New Roman" panose="02020603050405020304" pitchFamily="2" charset="0"/>
              </a:defRPr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25606" name="Rectangle 6"/>
          <p:cNvSpPr>
            <a:spLocks noGrp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906C1D4-F602-1644-A1ED-05458FB7FA8C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2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2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2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2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2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2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2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2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0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0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0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0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0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0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0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0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3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6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0" Type="http://schemas.openxmlformats.org/officeDocument/2006/relationships/slideLayout" Target="../slideLayouts/slideLayout19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8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tags" Target="../tags/tag10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11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tags" Target="../tags/tag13.xml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14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380" y="2536825"/>
            <a:ext cx="5342255" cy="1177290"/>
          </a:xfrm>
        </p:spPr>
        <p:txBody>
          <a:bodyPr>
            <a:normAutofit/>
          </a:bodyPr>
          <a:lstStyle/>
          <a:p>
            <a:pPr marL="0" indent="0" algn="ctr" fontAlgn="auto">
              <a:lnSpc>
                <a:spcPct val="100000"/>
              </a:lnSpc>
              <a:spcAft>
                <a:spcPts val="0"/>
              </a:spcAft>
            </a:pPr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妇好</a:t>
            </a:r>
            <a:endParaRPr kumimoji="1" lang="zh-CN" altLang="en-US" sz="4000" b="1" dirty="0">
              <a:solidFill>
                <a:schemeClr val="accent1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6338" b="98452" l="4903" r="91113">
                        <a14:foregroundMark x1="48212" y1="6338" x2="48212" y2="6338"/>
                        <a14:foregroundMark x1="88764" y1="66691" x2="88764" y2="66691"/>
                        <a14:foregroundMark x1="4903" y1="67207" x2="4903" y2="67207"/>
                        <a14:foregroundMark x1="37692" y1="94768" x2="37692" y2="94768"/>
                        <a14:foregroundMark x1="60674" y1="98526" x2="60674" y2="98526"/>
                        <a14:foregroundMark x1="91113" y1="69639" x2="91113" y2="696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88779" y="707649"/>
            <a:ext cx="4318899" cy="59864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标题 1"/>
          <p:cNvSpPr>
            <a:spLocks noGrp="1"/>
          </p:cNvSpPr>
          <p:nvPr/>
        </p:nvSpPr>
        <p:spPr>
          <a:xfrm>
            <a:off x="4130040" y="3663315"/>
            <a:ext cx="6871335" cy="798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仿宋" panose="02010609060101010101" pitchFamily="49" charset="-122"/>
                <a:cs typeface="仿宋" panose="02010609060101010101" pitchFamily="49" charset="-122"/>
              </a:defRPr>
            </a:lvl1pPr>
          </a:lstStyle>
          <a:p>
            <a:pPr indent="0" algn="ctr" fontAlgn="auto">
              <a:lnSpc>
                <a:spcPct val="100000"/>
              </a:lnSpc>
              <a:spcAft>
                <a:spcPts val="0"/>
              </a:spcAft>
            </a:pPr>
            <a:r>
              <a:rPr kumimoji="1" lang="en-US" altLang="zh-CN" sz="1800" b="1" dirty="0">
                <a:solidFill>
                  <a:schemeClr val="accent1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kumimoji="1" lang="zh-CN" altLang="en-US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商朝王后的多面人生</a:t>
            </a:r>
            <a:r>
              <a:rPr kumimoji="1" lang="en-US" altLang="zh-CN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endParaRPr kumimoji="1" lang="zh-CN" altLang="en-US" sz="3600" b="1" dirty="0">
              <a:solidFill>
                <a:schemeClr val="accent1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72760" y="2754630"/>
            <a:ext cx="495300" cy="709930"/>
          </a:xfrm>
          <a:prstGeom prst="roundRect">
            <a:avLst/>
          </a:prstGeom>
          <a:gradFill>
            <a:gsLst>
              <a:gs pos="100000">
                <a:schemeClr val="accent4"/>
              </a:gs>
              <a:gs pos="0">
                <a:schemeClr val="accent4">
                  <a:lumMod val="25000"/>
                  <a:lumOff val="75000"/>
                  <a:alpha val="44000"/>
                </a:schemeClr>
              </a:gs>
              <a:gs pos="100000">
                <a:schemeClr val="accent4">
                  <a:alpha val="7000"/>
                  <a:lumMod val="42000"/>
                  <a:lumOff val="58000"/>
                </a:schemeClr>
              </a:gs>
            </a:gsLst>
            <a:lin ang="2700000" scaled="1"/>
          </a:gradFill>
          <a:ln w="19050" cmpd="sng">
            <a:noFill/>
            <a:prstDash val="solid"/>
          </a:ln>
        </p:spPr>
      </p:pic>
      <p:sp>
        <p:nvSpPr>
          <p:cNvPr id="5" name="文本框 4"/>
          <p:cNvSpPr txBox="1"/>
          <p:nvPr/>
        </p:nvSpPr>
        <p:spPr>
          <a:xfrm>
            <a:off x="6389370" y="4749165"/>
            <a:ext cx="1530350" cy="379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tx1"/>
                </a:solidFill>
              </a:rPr>
              <a:t>多媒体方案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135" y="146050"/>
            <a:ext cx="19742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交互</a:t>
            </a:r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逻辑</a:t>
            </a:r>
            <a:endParaRPr kumimoji="1" lang="zh-CN" altLang="en-US" b="1" noProof="0" dirty="0">
              <a:ln>
                <a:noFill/>
              </a:ln>
              <a:solidFill>
                <a:srgbClr val="D34817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67512" y="2859860"/>
            <a:ext cx="1231679" cy="465827"/>
          </a:xfrm>
          <a:prstGeom prst="roundRect">
            <a:avLst/>
          </a:prstGeom>
          <a:solidFill>
            <a:srgbClr val="9E36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待机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579370" y="2862580"/>
            <a:ext cx="1231900" cy="464820"/>
          </a:xfrm>
          <a:prstGeom prst="roundRect">
            <a:avLst/>
          </a:prstGeom>
          <a:solidFill>
            <a:srgbClr val="9E36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观众唤醒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17" name="直接连接符 16"/>
          <p:cNvCxnSpPr>
            <a:stCxn id="5" idx="3"/>
            <a:endCxn id="8" idx="1"/>
          </p:cNvCxnSpPr>
          <p:nvPr/>
        </p:nvCxnSpPr>
        <p:spPr>
          <a:xfrm>
            <a:off x="1499191" y="3093036"/>
            <a:ext cx="1080135" cy="1905"/>
          </a:xfrm>
          <a:prstGeom prst="line">
            <a:avLst/>
          </a:prstGeom>
          <a:solidFill>
            <a:srgbClr val="9E3611"/>
          </a:solidFill>
          <a:ln>
            <a:solidFill>
              <a:srgbClr val="32100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圆角矩形 22"/>
          <p:cNvSpPr/>
          <p:nvPr/>
        </p:nvSpPr>
        <p:spPr>
          <a:xfrm>
            <a:off x="7058025" y="2863215"/>
            <a:ext cx="1383665" cy="464820"/>
          </a:xfrm>
          <a:prstGeom prst="roundRect">
            <a:avLst/>
          </a:prstGeom>
          <a:solidFill>
            <a:srgbClr val="9E36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自主寄语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9" name="肘形连接符 8"/>
          <p:cNvCxnSpPr>
            <a:stCxn id="19" idx="3"/>
            <a:endCxn id="5" idx="2"/>
          </p:cNvCxnSpPr>
          <p:nvPr/>
        </p:nvCxnSpPr>
        <p:spPr>
          <a:xfrm flipH="1">
            <a:off x="883285" y="3095625"/>
            <a:ext cx="10847705" cy="230505"/>
          </a:xfrm>
          <a:prstGeom prst="bentConnector4">
            <a:avLst>
              <a:gd name="adj1" fmla="val -2195"/>
              <a:gd name="adj2" fmla="val 628374"/>
            </a:avLst>
          </a:prstGeom>
          <a:solidFill>
            <a:srgbClr val="9E3611"/>
          </a:solidFill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791822" y="4244501"/>
            <a:ext cx="2778646" cy="245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99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返回待机界面</a:t>
            </a:r>
            <a:endParaRPr lang="zh-CN" altLang="en-US" sz="995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072255" y="2863215"/>
            <a:ext cx="1231900" cy="464820"/>
          </a:xfrm>
          <a:prstGeom prst="roundRect">
            <a:avLst/>
          </a:prstGeom>
          <a:solidFill>
            <a:srgbClr val="9E36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思考停顿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12" name="直接连接符 11"/>
          <p:cNvCxnSpPr>
            <a:stCxn id="8" idx="3"/>
            <a:endCxn id="11" idx="1"/>
          </p:cNvCxnSpPr>
          <p:nvPr/>
        </p:nvCxnSpPr>
        <p:spPr>
          <a:xfrm>
            <a:off x="3811226" y="3094941"/>
            <a:ext cx="260985" cy="635"/>
          </a:xfrm>
          <a:prstGeom prst="line">
            <a:avLst/>
          </a:prstGeom>
          <a:solidFill>
            <a:srgbClr val="9E3611"/>
          </a:solidFill>
          <a:ln>
            <a:solidFill>
              <a:srgbClr val="32100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5565140" y="2863215"/>
            <a:ext cx="1231900" cy="464820"/>
          </a:xfrm>
          <a:prstGeom prst="roundRect">
            <a:avLst/>
          </a:prstGeom>
          <a:solidFill>
            <a:srgbClr val="9E36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观众提问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14" name="直接连接符 13"/>
          <p:cNvCxnSpPr>
            <a:stCxn id="11" idx="3"/>
            <a:endCxn id="13" idx="1"/>
          </p:cNvCxnSpPr>
          <p:nvPr/>
        </p:nvCxnSpPr>
        <p:spPr>
          <a:xfrm>
            <a:off x="5304111" y="3095576"/>
            <a:ext cx="260985" cy="0"/>
          </a:xfrm>
          <a:prstGeom prst="line">
            <a:avLst/>
          </a:prstGeom>
          <a:solidFill>
            <a:srgbClr val="9E3611"/>
          </a:solidFill>
          <a:ln>
            <a:solidFill>
              <a:srgbClr val="32100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499235" y="2806065"/>
            <a:ext cx="108013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800">
                <a:solidFill>
                  <a:srgbClr val="3210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观众站在指定位置</a:t>
            </a:r>
            <a:endParaRPr lang="zh-CN" altLang="en-US" sz="800">
              <a:solidFill>
                <a:srgbClr val="32100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16" name="直接连接符 15"/>
          <p:cNvCxnSpPr>
            <a:stCxn id="23" idx="3"/>
            <a:endCxn id="18" idx="1"/>
          </p:cNvCxnSpPr>
          <p:nvPr/>
        </p:nvCxnSpPr>
        <p:spPr>
          <a:xfrm flipV="1">
            <a:off x="8441646" y="3092401"/>
            <a:ext cx="260985" cy="3175"/>
          </a:xfrm>
          <a:prstGeom prst="line">
            <a:avLst/>
          </a:prstGeom>
          <a:solidFill>
            <a:srgbClr val="9E3611"/>
          </a:solidFill>
          <a:ln>
            <a:solidFill>
              <a:srgbClr val="32100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8702675" y="2860040"/>
            <a:ext cx="1383665" cy="464820"/>
          </a:xfrm>
          <a:prstGeom prst="roundRect">
            <a:avLst/>
          </a:prstGeom>
          <a:solidFill>
            <a:srgbClr val="9E36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生成电子卡片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0347325" y="2863215"/>
            <a:ext cx="1383665" cy="464820"/>
          </a:xfrm>
          <a:prstGeom prst="roundRect">
            <a:avLst/>
          </a:prstGeom>
          <a:solidFill>
            <a:srgbClr val="9E36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离场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796996" y="3095576"/>
            <a:ext cx="260985" cy="0"/>
          </a:xfrm>
          <a:prstGeom prst="line">
            <a:avLst/>
          </a:prstGeom>
          <a:solidFill>
            <a:srgbClr val="9E3611"/>
          </a:solidFill>
          <a:ln>
            <a:solidFill>
              <a:srgbClr val="32100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0086296" y="3089226"/>
            <a:ext cx="260985" cy="3175"/>
          </a:xfrm>
          <a:prstGeom prst="line">
            <a:avLst/>
          </a:prstGeom>
          <a:solidFill>
            <a:srgbClr val="9E3611"/>
          </a:solidFill>
          <a:ln>
            <a:solidFill>
              <a:srgbClr val="32100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stCxn id="13" idx="0"/>
            <a:endCxn id="5" idx="0"/>
          </p:cNvCxnSpPr>
          <p:nvPr/>
        </p:nvCxnSpPr>
        <p:spPr>
          <a:xfrm rot="16200000" flipV="1">
            <a:off x="3529965" y="212725"/>
            <a:ext cx="3175" cy="5297805"/>
          </a:xfrm>
          <a:prstGeom prst="bentConnector3">
            <a:avLst>
              <a:gd name="adj1" fmla="val 22600000"/>
            </a:avLst>
          </a:prstGeom>
          <a:solidFill>
            <a:srgbClr val="9E3611"/>
          </a:solidFill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141967" y="1821976"/>
            <a:ext cx="2778646" cy="2454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99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20s</a:t>
            </a:r>
            <a:r>
              <a:rPr lang="zh-CN" altLang="en-US" sz="99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无任何操作，返回待机界面</a:t>
            </a:r>
            <a:endParaRPr lang="zh-CN" altLang="en-US" sz="995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135" y="146050"/>
            <a:ext cx="19742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交互</a:t>
            </a:r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逻辑</a:t>
            </a:r>
            <a:endParaRPr kumimoji="1" lang="zh-CN" altLang="en-US" b="1" noProof="0" dirty="0">
              <a:ln>
                <a:noFill/>
              </a:ln>
              <a:solidFill>
                <a:srgbClr val="D34817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70180" y="1726883"/>
            <a:ext cx="1023620" cy="1019175"/>
          </a:xfrm>
          <a:prstGeom prst="roundRect">
            <a:avLst/>
          </a:prstGeom>
          <a:solidFill>
            <a:srgbClr val="9E36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待机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（身穿王后服装）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716405" y="1726565"/>
            <a:ext cx="996315" cy="1019810"/>
          </a:xfrm>
          <a:prstGeom prst="roundRect">
            <a:avLst/>
          </a:prstGeom>
          <a:solidFill>
            <a:srgbClr val="9E36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观众唤醒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（观众说唤醒词）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3307715" y="1717675"/>
            <a:ext cx="1565275" cy="1037590"/>
          </a:xfrm>
          <a:prstGeom prst="roundRect">
            <a:avLst/>
          </a:prstGeom>
          <a:solidFill>
            <a:srgbClr val="9E36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妇好介绍自己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（重点阐明三种人份：王后、将军、祭司）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142990" y="1255395"/>
            <a:ext cx="1023620" cy="438785"/>
          </a:xfrm>
          <a:prstGeom prst="roundRect">
            <a:avLst/>
          </a:prstGeom>
          <a:noFill/>
          <a:ln w="12700" cmpd="sng">
            <a:solidFill>
              <a:srgbClr val="AB24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祭司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142990" y="1991995"/>
            <a:ext cx="1023620" cy="438785"/>
          </a:xfrm>
          <a:prstGeom prst="roundRect">
            <a:avLst/>
          </a:prstGeom>
          <a:noFill/>
          <a:ln w="12700" cmpd="sng">
            <a:solidFill>
              <a:srgbClr val="AB24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将军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142990" y="2788920"/>
            <a:ext cx="1023620" cy="438785"/>
          </a:xfrm>
          <a:prstGeom prst="roundRect">
            <a:avLst/>
          </a:prstGeom>
          <a:noFill/>
          <a:ln w="12700" cmpd="sng">
            <a:solidFill>
              <a:srgbClr val="AB24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王后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872990" y="1106805"/>
            <a:ext cx="1021080" cy="9988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观众说到某一身份或与之相关的词语，妇好变化身份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0" name="左中括号 29"/>
          <p:cNvSpPr/>
          <p:nvPr/>
        </p:nvSpPr>
        <p:spPr>
          <a:xfrm>
            <a:off x="6002020" y="1423035"/>
            <a:ext cx="75565" cy="1595120"/>
          </a:xfrm>
          <a:prstGeom prst="leftBracke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右中括号 30"/>
          <p:cNvSpPr/>
          <p:nvPr/>
        </p:nvSpPr>
        <p:spPr>
          <a:xfrm>
            <a:off x="7259955" y="1375410"/>
            <a:ext cx="75565" cy="1642745"/>
          </a:xfrm>
          <a:prstGeom prst="rightBracke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连接符 31"/>
          <p:cNvCxnSpPr>
            <a:stCxn id="3" idx="3"/>
            <a:endCxn id="30" idx="1"/>
          </p:cNvCxnSpPr>
          <p:nvPr/>
        </p:nvCxnSpPr>
        <p:spPr>
          <a:xfrm flipV="1">
            <a:off x="4872990" y="2220595"/>
            <a:ext cx="1129030" cy="15875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圆角矩形 32"/>
          <p:cNvSpPr/>
          <p:nvPr/>
        </p:nvSpPr>
        <p:spPr>
          <a:xfrm>
            <a:off x="7903845" y="1889125"/>
            <a:ext cx="839470" cy="598805"/>
          </a:xfrm>
          <a:prstGeom prst="roundRect">
            <a:avLst/>
          </a:prstGeom>
          <a:solidFill>
            <a:srgbClr val="9E36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触发身份演绎动画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10469880" y="4389120"/>
            <a:ext cx="1024890" cy="598805"/>
          </a:xfrm>
          <a:prstGeom prst="roundRect">
            <a:avLst/>
          </a:prstGeom>
          <a:solidFill>
            <a:srgbClr val="9E36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数字人身份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35" name="直接连接符 34"/>
          <p:cNvCxnSpPr>
            <a:stCxn id="31" idx="2"/>
            <a:endCxn id="33" idx="1"/>
          </p:cNvCxnSpPr>
          <p:nvPr/>
        </p:nvCxnSpPr>
        <p:spPr>
          <a:xfrm flipV="1">
            <a:off x="7335520" y="2188845"/>
            <a:ext cx="568325" cy="8255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7333615" y="1588770"/>
            <a:ext cx="565150" cy="4394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触发动画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9277350" y="994410"/>
            <a:ext cx="1023620" cy="676910"/>
          </a:xfrm>
          <a:prstGeom prst="roundRect">
            <a:avLst/>
          </a:prstGeom>
          <a:noFill/>
          <a:ln w="12700" cmpd="sng">
            <a:solidFill>
              <a:srgbClr val="AB24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祭司：祭司场景、妇好占卜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9277350" y="1820545"/>
            <a:ext cx="1023620" cy="587375"/>
          </a:xfrm>
          <a:prstGeom prst="roundRect">
            <a:avLst/>
          </a:prstGeom>
          <a:noFill/>
          <a:ln w="12700" cmpd="sng">
            <a:solidFill>
              <a:srgbClr val="AB24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将军：征战沙场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9277350" y="2623820"/>
            <a:ext cx="1023620" cy="581025"/>
          </a:xfrm>
          <a:prstGeom prst="roundRect">
            <a:avLst/>
          </a:prstGeom>
          <a:noFill/>
          <a:ln w="12700" cmpd="sng">
            <a:solidFill>
              <a:srgbClr val="AB24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王后：与武丁对饮、把玩玉器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0" name="左中括号 39"/>
          <p:cNvSpPr/>
          <p:nvPr/>
        </p:nvSpPr>
        <p:spPr>
          <a:xfrm>
            <a:off x="9136380" y="1400175"/>
            <a:ext cx="75565" cy="1595120"/>
          </a:xfrm>
          <a:prstGeom prst="leftBracke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右中括号 40"/>
          <p:cNvSpPr/>
          <p:nvPr/>
        </p:nvSpPr>
        <p:spPr>
          <a:xfrm>
            <a:off x="10394315" y="1352550"/>
            <a:ext cx="75565" cy="1642745"/>
          </a:xfrm>
          <a:prstGeom prst="rightBracke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2" name="直接连接符 41"/>
          <p:cNvCxnSpPr>
            <a:stCxn id="33" idx="3"/>
            <a:endCxn id="40" idx="1"/>
          </p:cNvCxnSpPr>
          <p:nvPr/>
        </p:nvCxnSpPr>
        <p:spPr>
          <a:xfrm>
            <a:off x="8743315" y="2188845"/>
            <a:ext cx="393065" cy="889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肘形连接符 43"/>
          <p:cNvCxnSpPr>
            <a:stCxn id="41" idx="2"/>
            <a:endCxn id="34" idx="3"/>
          </p:cNvCxnSpPr>
          <p:nvPr/>
        </p:nvCxnSpPr>
        <p:spPr>
          <a:xfrm rot="5400000" flipV="1">
            <a:off x="9725025" y="2919095"/>
            <a:ext cx="2514600" cy="1024890"/>
          </a:xfrm>
          <a:prstGeom prst="bentConnector4">
            <a:avLst>
              <a:gd name="adj1" fmla="val 252"/>
              <a:gd name="adj2" fmla="val 123234"/>
            </a:avLst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10619740" y="2881630"/>
            <a:ext cx="1128395" cy="836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人物从动画场景中走出，过度到数字人形象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46" name="直接连接符 45"/>
          <p:cNvCxnSpPr>
            <a:stCxn id="51" idx="2"/>
            <a:endCxn id="34" idx="1"/>
          </p:cNvCxnSpPr>
          <p:nvPr/>
        </p:nvCxnSpPr>
        <p:spPr>
          <a:xfrm flipV="1">
            <a:off x="9163050" y="4688840"/>
            <a:ext cx="1306830" cy="1270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圆角矩形 46"/>
          <p:cNvSpPr/>
          <p:nvPr/>
        </p:nvSpPr>
        <p:spPr>
          <a:xfrm>
            <a:off x="5292725" y="3533140"/>
            <a:ext cx="3713480" cy="652780"/>
          </a:xfrm>
          <a:prstGeom prst="roundRect">
            <a:avLst/>
          </a:prstGeom>
          <a:noFill/>
          <a:ln w="12700" cmpd="sng">
            <a:solidFill>
              <a:srgbClr val="AB24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祭司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“国之大事，在祀与戎。我受命主持祭天、祭祖、燎祭，连通人世与神灵。你想知道商代祭祀的哪些故事？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5292725" y="4311015"/>
            <a:ext cx="3713480" cy="676910"/>
          </a:xfrm>
          <a:prstGeom prst="roundRect">
            <a:avLst/>
          </a:prstGeom>
          <a:noFill/>
          <a:ln w="12700" cmpd="sng">
            <a:solidFill>
              <a:srgbClr val="AB24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将军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我是大商的将军，曾领兵一万三千征伐羌方，征讨二十余个方国，持钺出征，守护大商疆土。你想听听哪一场征战的故事？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5292725" y="5112385"/>
            <a:ext cx="3713480" cy="732790"/>
          </a:xfrm>
          <a:prstGeom prst="roundRect">
            <a:avLst/>
          </a:prstGeom>
          <a:noFill/>
          <a:ln w="12700" cmpd="sng">
            <a:solidFill>
              <a:srgbClr val="AB24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王后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我是武丁的王后。甲骨之上，留存两百余条为我占卜的卜辞，征战、生育、疾苦，皆向神灵问询。你想了解王宫生活，还是商王与我的故事？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0" name="左中括号 49"/>
          <p:cNvSpPr/>
          <p:nvPr/>
        </p:nvSpPr>
        <p:spPr>
          <a:xfrm>
            <a:off x="5135880" y="3718560"/>
            <a:ext cx="76200" cy="2045970"/>
          </a:xfrm>
          <a:prstGeom prst="leftBracke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右中括号 50"/>
          <p:cNvSpPr/>
          <p:nvPr/>
        </p:nvSpPr>
        <p:spPr>
          <a:xfrm>
            <a:off x="9086850" y="3638550"/>
            <a:ext cx="76200" cy="2125980"/>
          </a:xfrm>
          <a:prstGeom prst="rightBracke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圆角矩形 51"/>
          <p:cNvSpPr/>
          <p:nvPr/>
        </p:nvSpPr>
        <p:spPr>
          <a:xfrm>
            <a:off x="3062605" y="4288155"/>
            <a:ext cx="1452245" cy="927100"/>
          </a:xfrm>
          <a:prstGeom prst="roundRect">
            <a:avLst/>
          </a:prstGeom>
          <a:solidFill>
            <a:srgbClr val="9E36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进入问答环节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（妇好不再有场景及道具变化）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9243695" y="4015740"/>
            <a:ext cx="1128395" cy="659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妇好变回数字人后，说出对应引导话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54" name="直接连接符 53"/>
          <p:cNvCxnSpPr>
            <a:stCxn id="52" idx="3"/>
            <a:endCxn id="50" idx="1"/>
          </p:cNvCxnSpPr>
          <p:nvPr/>
        </p:nvCxnSpPr>
        <p:spPr>
          <a:xfrm flipV="1">
            <a:off x="4514850" y="4741545"/>
            <a:ext cx="621030" cy="1016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" name="圆角矩形 55"/>
          <p:cNvSpPr/>
          <p:nvPr/>
        </p:nvSpPr>
        <p:spPr>
          <a:xfrm>
            <a:off x="1775460" y="4523105"/>
            <a:ext cx="919480" cy="464820"/>
          </a:xfrm>
          <a:prstGeom prst="roundRect">
            <a:avLst/>
          </a:prstGeom>
          <a:solidFill>
            <a:srgbClr val="9E36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自主寄语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581660" y="4523105"/>
            <a:ext cx="919480" cy="464820"/>
          </a:xfrm>
          <a:prstGeom prst="roundRect">
            <a:avLst/>
          </a:prstGeom>
          <a:solidFill>
            <a:srgbClr val="9E36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生成电子卡片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8" name="直接连接符 57"/>
          <p:cNvCxnSpPr>
            <a:stCxn id="5" idx="3"/>
            <a:endCxn id="8" idx="1"/>
          </p:cNvCxnSpPr>
          <p:nvPr/>
        </p:nvCxnSpPr>
        <p:spPr>
          <a:xfrm>
            <a:off x="1193800" y="2236470"/>
            <a:ext cx="522605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8" idx="3"/>
            <a:endCxn id="3" idx="1"/>
          </p:cNvCxnSpPr>
          <p:nvPr/>
        </p:nvCxnSpPr>
        <p:spPr>
          <a:xfrm>
            <a:off x="2712720" y="2236470"/>
            <a:ext cx="594995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stCxn id="56" idx="3"/>
            <a:endCxn id="52" idx="1"/>
          </p:cNvCxnSpPr>
          <p:nvPr/>
        </p:nvCxnSpPr>
        <p:spPr>
          <a:xfrm flipV="1">
            <a:off x="2694940" y="4751705"/>
            <a:ext cx="367665" cy="381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>
            <a:stCxn id="57" idx="3"/>
            <a:endCxn id="56" idx="1"/>
          </p:cNvCxnSpPr>
          <p:nvPr/>
        </p:nvCxnSpPr>
        <p:spPr>
          <a:xfrm>
            <a:off x="1501140" y="4755515"/>
            <a:ext cx="27432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135" y="146050"/>
            <a:ext cx="14693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画面</a:t>
            </a:r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示意</a:t>
            </a:r>
            <a:endParaRPr kumimoji="1" lang="zh-CN" altLang="en-US" b="1" noProof="0" dirty="0">
              <a:ln>
                <a:noFill/>
              </a:ln>
              <a:solidFill>
                <a:srgbClr val="D34817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7660" y="514350"/>
            <a:ext cx="702310" cy="294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待机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38195" y="344170"/>
            <a:ext cx="517906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zh-CN" altLang="en-US" sz="1200" b="1" i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【后续会调整】你好，我是大商王后妇好。跨越三千二百年，今朝与君相逢。若想了解我，请对我说以下话题——祭祀、王后、征战。选一个方向，我为你展开讲述。</a:t>
            </a:r>
            <a:endParaRPr lang="zh-CN" altLang="en-US" sz="1200" b="1" i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妇好数字人待机动作与元素设计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4735" y="1392555"/>
            <a:ext cx="2745740" cy="48875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226945" y="2232025"/>
            <a:ext cx="503618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将军：射箭、试兵器、征战沙场</a:t>
            </a:r>
            <a:endParaRPr lang="zh-CN" altLang="en-US" sz="2000" b="1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zh-CN" altLang="en-US" sz="2000" b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王后：制酒、识玉佩、梳妆打扮、煮药</a:t>
            </a:r>
            <a:endParaRPr lang="zh-CN" altLang="en-US" sz="2000" b="1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zh-CN" altLang="en-US" sz="2000" b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祭司：占卜</a:t>
            </a:r>
            <a:endParaRPr lang="zh-CN" altLang="en-US" sz="2000" b="1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09875" y="943610"/>
            <a:ext cx="2976880" cy="3511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各身份可演绎的事件</a:t>
            </a:r>
            <a:endParaRPr lang="zh-CN" altLang="en-US" sz="2000" b="1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135" y="146050"/>
            <a:ext cx="19742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交互</a:t>
            </a:r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逻辑</a:t>
            </a:r>
            <a:endParaRPr kumimoji="1" lang="zh-CN" altLang="en-US" b="1" noProof="0" dirty="0">
              <a:ln>
                <a:noFill/>
              </a:ln>
              <a:solidFill>
                <a:srgbClr val="D34817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43500" y="2184400"/>
            <a:ext cx="157035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400" b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王后</a:t>
            </a:r>
            <a:endParaRPr lang="zh-CN" altLang="en-US" sz="4400" b="1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135" y="146050"/>
            <a:ext cx="14693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画面</a:t>
            </a:r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示意</a:t>
            </a:r>
            <a:endParaRPr kumimoji="1" lang="zh-CN" altLang="en-US" b="1" noProof="0" dirty="0">
              <a:ln>
                <a:noFill/>
              </a:ln>
              <a:solidFill>
                <a:srgbClr val="D34817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7660" y="514350"/>
            <a:ext cx="933450" cy="294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妇好煮药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" y="1679575"/>
            <a:ext cx="5942330" cy="3498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085" y="1679575"/>
            <a:ext cx="5760085" cy="34988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135" y="146050"/>
            <a:ext cx="14693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画面</a:t>
            </a:r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示意</a:t>
            </a:r>
            <a:endParaRPr kumimoji="1" lang="zh-CN" altLang="en-US" b="1" noProof="0" dirty="0">
              <a:ln>
                <a:noFill/>
              </a:ln>
              <a:solidFill>
                <a:srgbClr val="D34817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7660" y="514350"/>
            <a:ext cx="1898650" cy="2743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妇好调酒（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集）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725" y="1169035"/>
            <a:ext cx="2886710" cy="17583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455" y="1169035"/>
            <a:ext cx="3004820" cy="17722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915" y="1130300"/>
            <a:ext cx="2819400" cy="18110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8280" y="1169035"/>
            <a:ext cx="2885440" cy="173863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60" y="3493770"/>
            <a:ext cx="2400300" cy="18472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5690" y="3474720"/>
            <a:ext cx="2370455" cy="148145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5855" y="3683635"/>
            <a:ext cx="2154555" cy="133096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0120" y="3663315"/>
            <a:ext cx="2921635" cy="167767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135" y="146050"/>
            <a:ext cx="14693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画面</a:t>
            </a:r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示意</a:t>
            </a:r>
            <a:endParaRPr kumimoji="1" lang="zh-CN" altLang="en-US" b="1" noProof="0" dirty="0">
              <a:ln>
                <a:noFill/>
              </a:ln>
              <a:solidFill>
                <a:srgbClr val="D34817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7660" y="514350"/>
            <a:ext cx="3589020" cy="368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妇好识玉佩、把玩玉器（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19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集）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585" y="2157730"/>
            <a:ext cx="5374005" cy="3581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4410" y="2614930"/>
            <a:ext cx="4094480" cy="26676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4660" y="1546225"/>
            <a:ext cx="7041515" cy="394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场景道具：妇好前面有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一个桌子，上面饭放着项链、凤形玉佩、小象。妇好在镜前梳妆后把玩玉器</a:t>
            </a:r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135" y="146050"/>
            <a:ext cx="19742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交互</a:t>
            </a:r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逻辑</a:t>
            </a:r>
            <a:endParaRPr kumimoji="1" lang="zh-CN" altLang="en-US" b="1" noProof="0" dirty="0">
              <a:ln>
                <a:noFill/>
              </a:ln>
              <a:solidFill>
                <a:srgbClr val="D34817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43500" y="2184400"/>
            <a:ext cx="157035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400" b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将军</a:t>
            </a:r>
            <a:endParaRPr lang="zh-CN" altLang="en-US" sz="4400" b="1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135" y="146050"/>
            <a:ext cx="14693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画面</a:t>
            </a:r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示意</a:t>
            </a:r>
            <a:endParaRPr kumimoji="1" lang="zh-CN" altLang="en-US" b="1" noProof="0" dirty="0">
              <a:ln>
                <a:noFill/>
              </a:ln>
              <a:solidFill>
                <a:srgbClr val="D34817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7660" y="514350"/>
            <a:ext cx="3589020" cy="368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妇好</a:t>
            </a:r>
            <a:r>
              <a:rPr 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射箭</a:t>
            </a:r>
            <a:endParaRPr lang="zh-CN" sz="12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350" y="982345"/>
            <a:ext cx="4027170" cy="26746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290" y="982345"/>
            <a:ext cx="4422775" cy="26079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435" y="3780155"/>
            <a:ext cx="4217035" cy="25247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205" y="3876675"/>
            <a:ext cx="3413125" cy="196278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135" y="146050"/>
            <a:ext cx="14693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画面</a:t>
            </a:r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示意</a:t>
            </a:r>
            <a:endParaRPr kumimoji="1" lang="zh-CN" altLang="en-US" b="1" noProof="0" dirty="0">
              <a:ln>
                <a:noFill/>
              </a:ln>
              <a:solidFill>
                <a:srgbClr val="D34817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7660" y="514350"/>
            <a:ext cx="3589020" cy="368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妇好</a:t>
            </a:r>
            <a:r>
              <a:rPr 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制兵器</a:t>
            </a:r>
            <a:endParaRPr lang="zh-CN" sz="12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965960"/>
            <a:ext cx="3775710" cy="27857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1065" y="2239010"/>
            <a:ext cx="3263265" cy="22390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755" y="2239010"/>
            <a:ext cx="3359150" cy="22390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135" y="146050"/>
            <a:ext cx="19742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交互</a:t>
            </a:r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逻辑</a:t>
            </a:r>
            <a:endParaRPr kumimoji="1" lang="zh-CN" altLang="en-US" b="1" noProof="0" dirty="0">
              <a:ln>
                <a:noFill/>
              </a:ln>
              <a:solidFill>
                <a:srgbClr val="D34817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43500" y="2184400"/>
            <a:ext cx="157035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400" b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祭司</a:t>
            </a:r>
            <a:endParaRPr lang="zh-CN" altLang="en-US" sz="4400" b="1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135" y="146050"/>
            <a:ext cx="14693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画面</a:t>
            </a:r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示意</a:t>
            </a:r>
            <a:endParaRPr kumimoji="1" lang="zh-CN" altLang="en-US" b="1" noProof="0" dirty="0">
              <a:ln>
                <a:noFill/>
              </a:ln>
              <a:solidFill>
                <a:srgbClr val="D34817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7660" y="514350"/>
            <a:ext cx="3589020" cy="2495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妇好</a:t>
            </a:r>
            <a:r>
              <a:rPr 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祭司</a:t>
            </a:r>
            <a:endParaRPr lang="zh-CN" sz="12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45" y="2136775"/>
            <a:ext cx="3216910" cy="21202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335" y="2136775"/>
            <a:ext cx="3216910" cy="21037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4660" y="1200785"/>
            <a:ext cx="8505825" cy="2108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斟酒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→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祭祖：一问出兵之路二问进攻之法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→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拿甲骨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举起，下方是火堆，说出想占卜的内容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→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拿起木柜烤甲骨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→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甲骨出现裂纹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325" y="2119630"/>
            <a:ext cx="3281680" cy="21209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45" y="4395470"/>
            <a:ext cx="2259330" cy="149796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9555" y="4395470"/>
            <a:ext cx="2080895" cy="18103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0330" y="4476750"/>
            <a:ext cx="3019425" cy="172910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1530" y="4580890"/>
            <a:ext cx="2769235" cy="162496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135" y="146050"/>
            <a:ext cx="14693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画面</a:t>
            </a:r>
            <a:r>
              <a:rPr kumimoji="1" lang="zh-CN" altLang="en-US" b="1" noProof="0" dirty="0">
                <a:ln>
                  <a:noFill/>
                </a:ln>
                <a:solidFill>
                  <a:srgbClr val="D34817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仿宋" panose="02010609060101010101" pitchFamily="49" charset="-122"/>
                <a:sym typeface="+mn-ea"/>
              </a:rPr>
              <a:t>示意</a:t>
            </a:r>
            <a:endParaRPr kumimoji="1" lang="zh-CN" altLang="en-US" b="1" noProof="0" dirty="0">
              <a:ln>
                <a:noFill/>
              </a:ln>
              <a:solidFill>
                <a:srgbClr val="D34817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7660" y="514350"/>
            <a:ext cx="3589020" cy="2495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妇好</a:t>
            </a:r>
            <a:r>
              <a:rPr 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征战</a:t>
            </a:r>
            <a:endParaRPr lang="zh-CN" sz="12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15" y="2694305"/>
            <a:ext cx="3856990" cy="25215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54660" y="1200785"/>
            <a:ext cx="8505825" cy="2108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大场面、在马车上、射箭、手举钺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460" y="2621280"/>
            <a:ext cx="4406265" cy="25101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9870" y="2694305"/>
            <a:ext cx="2870200" cy="24237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AICARD_INVALID" val="Invalid"/>
</p:tagLst>
</file>

<file path=ppt/tags/tag2.xml><?xml version="1.0" encoding="utf-8"?>
<p:tagLst xmlns:p="http://schemas.openxmlformats.org/presentationml/2006/main">
  <p:tag name="KSO_WM_AICARD_INVALID" val="Invalid"/>
</p:tagLst>
</file>

<file path=ppt/tags/tag3.xml><?xml version="1.0" encoding="utf-8"?>
<p:tagLst xmlns:p="http://schemas.openxmlformats.org/presentationml/2006/main">
  <p:tag name="KSO_WM_AICARD_INVALID" val="Invalid"/>
</p:tagLst>
</file>

<file path=ppt/tags/tag4.xml><?xml version="1.0" encoding="utf-8"?>
<p:tagLst xmlns:p="http://schemas.openxmlformats.org/presentationml/2006/main">
  <p:tag name="KSO_WM_AICARD_INVALID" val="Invalid"/>
</p:tagLst>
</file>

<file path=ppt/tags/tag5.xml><?xml version="1.0" encoding="utf-8"?>
<p:tagLst xmlns:p="http://schemas.openxmlformats.org/presentationml/2006/main">
  <p:tag name="KSO_WM_AICARD_INVALID" val="Invalid"/>
</p:tagLst>
</file>

<file path=ppt/tags/tag6.xml><?xml version="1.0" encoding="utf-8"?>
<p:tagLst xmlns:p="http://schemas.openxmlformats.org/presentationml/2006/main">
  <p:tag name="KSO_WM_AICARD_INVALID" val="Invalid"/>
</p:tagLst>
</file>

<file path=ppt/tags/tag7.xml><?xml version="1.0" encoding="utf-8"?>
<p:tagLst xmlns:p="http://schemas.openxmlformats.org/presentationml/2006/main">
  <p:tag name="KSO_WM_AICARD_INVALID" val="Invalid"/>
</p:tagLst>
</file>

<file path=ppt/tags/tag8.xml><?xml version="1.0" encoding="utf-8"?>
<p:tagLst xmlns:p="http://schemas.openxmlformats.org/presentationml/2006/main">
  <p:tag name="KSO_WM_AICARD_INVALID" val="Invalid"/>
</p:tagLst>
</file>

<file path=ppt/tags/tag9.xml><?xml version="1.0" encoding="utf-8"?>
<p:tagLst xmlns:p="http://schemas.openxmlformats.org/presentationml/2006/main">
  <p:tag name="KSO_WM_AICARD_INVALID" val="Invalid"/>
</p:tagLst>
</file>

<file path=ppt/tags/tag10.xml><?xml version="1.0" encoding="utf-8"?>
<p:tagLst xmlns:p="http://schemas.openxmlformats.org/presentationml/2006/main">
  <p:tag name="KSO_WM_AICARD_INVALID" val="Invalid"/>
</p:tagLst>
</file>

<file path=ppt/tags/tag11.xml><?xml version="1.0" encoding="utf-8"?>
<p:tagLst xmlns:p="http://schemas.openxmlformats.org/presentationml/2006/main">
  <p:tag name="KSO_WM_AICARD_INVALID" val="Invalid"/>
</p:tagLst>
</file>

<file path=ppt/tags/tag12.xml><?xml version="1.0" encoding="utf-8"?>
<p:tagLst xmlns:p="http://schemas.openxmlformats.org/presentationml/2006/main">
  <p:tag name="KSO_WM_AICARD_INVALID" val="Invalid"/>
</p:tagLst>
</file>

<file path=ppt/tags/tag13.xml><?xml version="1.0" encoding="utf-8"?>
<p:tagLst xmlns:p="http://schemas.openxmlformats.org/presentationml/2006/main">
  <p:tag name="KSO_WM_AICARD_INVALID" val="Invalid"/>
</p:tagLst>
</file>

<file path=ppt/tags/tag14.xml><?xml version="1.0" encoding="utf-8"?>
<p:tagLst xmlns:p="http://schemas.openxmlformats.org/presentationml/2006/main">
  <p:tag name="KSO_WM_AICARD_INVALID" val="Invalid"/>
</p:tagLst>
</file>

<file path=ppt/tags/tag15.xml><?xml version="1.0" encoding="utf-8"?>
<p:tagLst xmlns:p="http://schemas.openxmlformats.org/presentationml/2006/main">
  <p:tag name="resource_record_key" val="{&quot;70&quot;:[3312652]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木材纹理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仿宋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仿宋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仿宋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2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仿宋"/>
        <a:font script="Hebr" typeface="仿宋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仿宋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仿宋"/>
        <a:font script="Hebr" typeface="仿宋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仿宋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木材纹理</Template>
  <TotalTime>0</TotalTime>
  <Words>775</Words>
  <Application>WPS 演示</Application>
  <PresentationFormat>宽屏</PresentationFormat>
  <Paragraphs>133</Paragraphs>
  <Slides>15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宋体</vt:lpstr>
      <vt:lpstr>Wingdings</vt:lpstr>
      <vt:lpstr>仿宋</vt:lpstr>
      <vt:lpstr>Rockwell Extra Bold</vt:lpstr>
      <vt:lpstr>Calibri</vt:lpstr>
      <vt:lpstr>Times New Roman</vt:lpstr>
      <vt:lpstr>楷体</vt:lpstr>
      <vt:lpstr>微软雅黑</vt:lpstr>
      <vt:lpstr>等线</vt:lpstr>
      <vt:lpstr>Rockwell</vt:lpstr>
      <vt:lpstr>Arial Unicode MS</vt:lpstr>
      <vt:lpstr>Rockwell Condensed</vt:lpstr>
      <vt:lpstr>FFont-Family</vt:lpstr>
      <vt:lpstr>Calibri</vt:lpstr>
      <vt:lpstr>Rockwell Nova Regular</vt:lpstr>
      <vt:lpstr>木材纹理</vt:lpstr>
      <vt:lpstr>41_默认设计模板</vt:lpstr>
      <vt:lpstr>妇好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妇好</dc:title>
  <dc:creator>钟雯</dc:creator>
  <cp:lastModifiedBy>Wu</cp:lastModifiedBy>
  <cp:revision>157</cp:revision>
  <dcterms:created xsi:type="dcterms:W3CDTF">2026-08-06T17:08:00Z</dcterms:created>
  <dcterms:modified xsi:type="dcterms:W3CDTF">2026-09-04T07:11:26Z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E77888A19A0940FF9B84A80B6081AF92_13</vt:lpwstr>
  </property>
</Properties>
</file>